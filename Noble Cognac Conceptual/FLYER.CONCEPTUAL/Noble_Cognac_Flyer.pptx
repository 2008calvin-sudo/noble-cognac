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6309360" cy="8023860"/>
          </a:xfrm>
          <a:prstGeom prst="rect">
            <a:avLst/>
          </a:prstGeom>
          <a:ln w="1905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384048"/>
            <a:ext cx="6089904" cy="7804404"/>
          </a:xfrm>
          <a:prstGeom prst="rect">
            <a:avLst/>
          </a:prstGeom>
          <a:ln w="6350">
            <a:solidFill>
              <a:srgbClr val="8B69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640080"/>
            <a:ext cx="822960" cy="822960"/>
          </a:xfrm>
          <a:prstGeom prst="ellipse">
            <a:avLst/>
          </a:prstGeom>
          <a:solidFill>
            <a:srgbClr val="120E0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017520" y="640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800" kern="0" dirty="0">
                <a:solidFill>
                  <a:srgbClr val="E8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NOBLE COGNAC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A8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Elegancia Contemporánea · Raíces de Tradición</a:t>
            </a:r>
            <a:endParaRPr lang="en-US" sz="1500" dirty="0"/>
          </a:p>
        </p:txBody>
      </p:sp>
      <p:pic>
        <p:nvPicPr>
          <p:cNvPr id="8" name="Image 0" descr="/home/claude/bottl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332" y="2834640"/>
            <a:ext cx="1856935" cy="4023360"/>
          </a:xfrm>
          <a:prstGeom prst="rect">
            <a:avLst/>
          </a:prstGeom>
        </p:spPr>
      </p:pic>
      <p:pic>
        <p:nvPicPr>
          <p:cNvPr id="9" name="Image 1" descr="/home/claude/bottl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732" y="2834640"/>
            <a:ext cx="1856935" cy="40233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6967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RESERVA · 24 AÑOS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7205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Ciruela negra, tabaco y cedro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6967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CLÁSICA · 12 AÑOS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7205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Frutos rojos, naranja y canela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75895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LIMITADA · NUMERADA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788212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8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directo en Maracay · menos de 24 horas · Cotizaciones corporativas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Noble Cognac — Flyer</dc:title>
  <dc:subject>PptxGenJS Presentation</dc:subject>
  <dc:creator>PptxGenJS</dc:creator>
  <cp:lastModifiedBy>PptxGenJS</cp:lastModifiedBy>
  <cp:revision>1</cp:revision>
  <dcterms:created xsi:type="dcterms:W3CDTF">2026-10-02T02:30:51Z</dcterms:created>
  <dcterms:modified xsi:type="dcterms:W3CDTF">2026-10-02T02:30:51Z</dcterms:modified>
</cp:coreProperties>
</file>