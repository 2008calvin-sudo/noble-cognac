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C97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E8C97A"/>
                </a:solidFill>
                <a:latin typeface="Calibri"/>
              </a:rPr>
              <a:t>Proyección financiera (USD miles)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miles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0D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</c:v>
                </c:pt>
                <c:pt idx="1">
                  <c:v>24.7</c:v>
                </c:pt>
                <c:pt idx="2">
                  <c:v>32.3</c:v>
                </c:pt>
                <c:pt idx="3">
                  <c:v>41.8</c:v>
                </c:pt>
                <c:pt idx="4">
                  <c:v>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8E0D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8E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8E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C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691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691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img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120E0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640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spc="600" kern="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NOBLE COGNAC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A8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Elegancia Contemporánea · Raíces de Tradición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ESTRATÉGICA Y MARKETING PREMIUM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Venezuela · Since 2025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691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img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38328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840480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MARCA · FILOSOFÍA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840480" y="7772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“¿Cuándo fue la última vez que una bebida habló realmente de ti?”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3840480" y="2240280"/>
            <a:ext cx="2377440" cy="22860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023360" y="2395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Misión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023360" y="283464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y comercializar un coñac venezolano premium que combine la elegancia del coñac clásico con la autenticidad artesanal nacional.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09360" y="2240280"/>
            <a:ext cx="2377440" cy="22860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2395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83464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la marca referente del segmento premium en Venezuela para 2028, con proyección exportadora hacia Latinoamérica y Europa.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691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Artesanía en cada botella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15087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572768"/>
            <a:ext cx="329184" cy="329184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5727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057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Alambiques de cobre, añejamiento en barricas de roble y pequeños lotes numerados.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15087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0712" y="1572768"/>
            <a:ext cx="329184" cy="329184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0712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15727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sensorial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10712" y="2057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Vainilla, caramelo y madera fina, con retrogusto largo y sofisticado.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51760" cy="15087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572768"/>
            <a:ext cx="329184" cy="329184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99632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5727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Presentaciones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99632" y="2057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Clásica 700 ml y Reserva Especial 350 ml en cofre de madera numerado.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2651760" cy="15087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218688"/>
            <a:ext cx="329184" cy="329184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2186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3703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Cristal oscuro soplado y etiqueta de pergamino con relieve dorado.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3063240"/>
            <a:ext cx="2651760" cy="15087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10712" y="3218688"/>
            <a:ext cx="329184" cy="329184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10712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840480" y="32186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410712" y="3703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Uvas de Lara y región andina, con técnicas de estándar internacional.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3063240"/>
            <a:ext cx="2651760" cy="15087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9632" y="3218688"/>
            <a:ext cx="329184" cy="329184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99632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29400" y="32186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Posicionamiento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199632" y="3703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de Hennessy VS, hasta 30% más accesible y con talento venezolano.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691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RENTABILIDAD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Qué, quién, dónde, cómo y por qué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023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9A84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Qué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0D0"/>
                          </a:solidFill>
                        </a:rPr>
                        <a:t>Coñac premium venezolano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9A84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quién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0D0"/>
                          </a:solidFill>
                        </a:rPr>
                        <a:t>Adultos 28-60 años y canal corporativo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9A84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Dónde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0D0"/>
                          </a:solidFill>
                        </a:rPr>
                        <a:t>Venezuela, Argentina, España y EE.UU.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9A84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Cómo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0D0"/>
                          </a:solidFill>
                        </a:rPr>
                        <a:t>E-commerce, RRSS y distribuidores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9A84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qué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0D0"/>
                          </a:solidFill>
                        </a:rPr>
                        <a:t>Exclusividad e identidad venezolana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69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417320"/>
            <a:ext cx="1371600" cy="14630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0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$55K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331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inicial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315200" y="1417320"/>
            <a:ext cx="1371600" cy="14630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0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2331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por botella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852160" y="2971800"/>
            <a:ext cx="1371600" cy="14630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Año 2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3886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equilibrio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315200" y="2971800"/>
            <a:ext cx="1371600" cy="14630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$40K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3886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año 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691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DE CONTENIDO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ejes de comunicación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54480" cy="292608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459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60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Elegancia y Exclusividad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3832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Ediciones limitadas y numeradas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25980" y="1463040"/>
            <a:ext cx="1554480" cy="292608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25980" y="16459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2263140" y="2560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Autenticidad Venezolana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63140" y="33832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 y raíces nacionales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1463040"/>
            <a:ext cx="1554480" cy="292608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94760" y="16459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560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Experiencia Sensorial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33832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y notas de cata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63540" y="1463040"/>
            <a:ext cx="1554480" cy="292608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63540" y="16459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5600700" y="2560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Lifestyle Premium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00700" y="33832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Maridaje y packaging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0" y="1463040"/>
            <a:ext cx="1554480" cy="292608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0" y="16459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2560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 y Autoridad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33832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Q&amp;A, trivia y testimonios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691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· SEMANA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semana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21945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32688" y="2148840"/>
            <a:ext cx="146304" cy="146304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688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45920" y="1554480"/>
            <a:ext cx="1097280" cy="21945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459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21408" y="2148840"/>
            <a:ext cx="146304" cy="146304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37360" y="24688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34640" y="1554480"/>
            <a:ext cx="1097280" cy="21945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464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10128" y="2148840"/>
            <a:ext cx="146304" cy="146304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24688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Reel proceso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23360" y="1554480"/>
            <a:ext cx="1097280" cy="21945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2336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98848" y="2148840"/>
            <a:ext cx="146304" cy="146304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24688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Carrusel historia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12080" y="1554480"/>
            <a:ext cx="1097280" cy="21945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87568" y="2148840"/>
            <a:ext cx="146304" cy="146304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03520" y="24688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Notas de cata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1554480"/>
            <a:ext cx="1097280" cy="21945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76288" y="2148840"/>
            <a:ext cx="146304" cy="146304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24688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Lifestyle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589520" y="1554480"/>
            <a:ext cx="1097280" cy="21945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895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65008" y="2148840"/>
            <a:ext cx="146304" cy="146304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80960" y="24688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publicación diaria · Instagram y LinkedIn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691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· SEMANA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semana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97280" cy="21945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32688" y="2148840"/>
            <a:ext cx="146304" cy="146304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688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45920" y="1554480"/>
            <a:ext cx="1097280" cy="21945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459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21408" y="2148840"/>
            <a:ext cx="146304" cy="146304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37360" y="24688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Trivia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34640" y="1554480"/>
            <a:ext cx="1097280" cy="21945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464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10128" y="2148840"/>
            <a:ext cx="146304" cy="146304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24688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Carrusel degustación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23360" y="1554480"/>
            <a:ext cx="1097280" cy="21945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2336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98848" y="2148840"/>
            <a:ext cx="146304" cy="146304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24688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 24 años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12080" y="1554480"/>
            <a:ext cx="1097280" cy="21945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87568" y="2148840"/>
            <a:ext cx="146304" cy="146304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03520" y="24688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Maridaje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1554480"/>
            <a:ext cx="1097280" cy="21945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76288" y="2148840"/>
            <a:ext cx="146304" cy="146304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24688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589520" y="1554480"/>
            <a:ext cx="1097280" cy="21945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895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65008" y="2148840"/>
            <a:ext cx="146304" cy="146304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80960" y="24688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Testimonios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publicación diaria · Instagram y LinkedIn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691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· FLYER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del flyer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Negro mate con detalles dorados metálicos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PROTAGONISTAS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963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Azul 24 años y Reserva Clásica 12 años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17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73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limitada y numerada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794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050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disponibilidad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94960" y="411480"/>
            <a:ext cx="2834640" cy="4297680"/>
          </a:xfrm>
          <a:prstGeom prst="rect">
            <a:avLst/>
          </a:prstGeom>
          <a:solidFill>
            <a:srgbClr val="120E05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94960" y="640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NOBLE COGNAC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051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Elegancia Contemporánea · Raíces de Tradición</a:t>
            </a:r>
            <a:endParaRPr lang="en-US" sz="750" dirty="0"/>
          </a:p>
        </p:txBody>
      </p:sp>
      <p:pic>
        <p:nvPicPr>
          <p:cNvPr id="15" name="Image 0" descr="/home/claude/bottl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417320"/>
            <a:ext cx="1033975" cy="2240280"/>
          </a:xfrm>
          <a:prstGeom prst="rect">
            <a:avLst/>
          </a:prstGeom>
        </p:spPr>
      </p:pic>
      <p:pic>
        <p:nvPicPr>
          <p:cNvPr id="16" name="Image 1" descr="/home/claude/bottl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417320"/>
            <a:ext cx="1033975" cy="22402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394960" y="3794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LIMITADA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39496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en Maracay · menos de 24 h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691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· CARRUSEL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Carrusel de Instagram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280160" cy="2468880"/>
          </a:xfrm>
          <a:prstGeom prst="rect">
            <a:avLst/>
          </a:prstGeom>
          <a:solidFill>
            <a:srgbClr val="120E05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72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Portada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92608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Noble Cognac y tagline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47088" y="1463040"/>
            <a:ext cx="1280160" cy="246888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38528" y="1572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938528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956816" y="292608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coñac premium nacional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36976" y="1463040"/>
            <a:ext cx="1280160" cy="2468880"/>
          </a:xfrm>
          <a:prstGeom prst="rect">
            <a:avLst/>
          </a:prstGeom>
          <a:solidFill>
            <a:srgbClr val="120E05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28416" y="1572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328416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346704" y="292608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Coñac venezolano artesanal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1463040"/>
            <a:ext cx="1280160" cy="246888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18304" y="1572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718304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Diferenciales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736592" y="292608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 numerados y roble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16752" y="1463040"/>
            <a:ext cx="1280160" cy="2468880"/>
          </a:xfrm>
          <a:prstGeom prst="rect">
            <a:avLst/>
          </a:prstGeom>
          <a:solidFill>
            <a:srgbClr val="120E05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08192" y="1572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108192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Notas de cata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292608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Vainilla, caramelo y madera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06640" y="1463040"/>
            <a:ext cx="1280160" cy="246888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0" y="1572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516368" y="292608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Escríbenos · Delivery 24 h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4:5 · desliza para ver la historia de marca →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691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PERFIL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y LinkedIn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743200" cy="32918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120E0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Noble Cognac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Coñac premium venezolano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60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Pequeños lotes numerados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en Maracay · &lt;24 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 corporativas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3611880"/>
            <a:ext cx="438912" cy="438912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11480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99032" y="3611880"/>
            <a:ext cx="438912" cy="438912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07592" y="411480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020824" y="3611880"/>
            <a:ext cx="438912" cy="438912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29384" y="411480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642616" y="3611880"/>
            <a:ext cx="438912" cy="438912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551176" y="411480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49040" y="1371600"/>
            <a:ext cx="4937760" cy="566928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31920" y="13716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 premium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1371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 en tres líneas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49040" y="2029968"/>
            <a:ext cx="4937760" cy="566928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31920" y="20299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Destacadas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20299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Marca, proceso, notas de cata y reservas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49040" y="2688336"/>
            <a:ext cx="4937760" cy="566928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31920" y="268833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2688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disponibilidad y cotizaciones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749040" y="3346704"/>
            <a:ext cx="4937760" cy="566928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31920" y="334670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394960" y="33467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único a tienda o WhatsApp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749040" y="4005072"/>
            <a:ext cx="4937760" cy="566928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931920" y="400507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Palabras clave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394960" y="40050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Coñac venezolano, premium, artesanal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691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ESPERADOS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marca y crecimiento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371600"/>
            <a:ext cx="3017520" cy="96012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06440" y="14813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Año 2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806440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equilibrio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0" y="2468880"/>
            <a:ext cx="3017520" cy="96012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06440" y="2578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· 35 · 25 %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806440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· Corporativo · Exportación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0" y="3566160"/>
            <a:ext cx="3017520" cy="96012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06440" y="36758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806440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referente premium en Venezuela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691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ottl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1434905" cy="3108960"/>
          </a:xfrm>
          <a:prstGeom prst="rect">
            <a:avLst/>
          </a:prstGeom>
        </p:spPr>
      </p:pic>
      <p:pic>
        <p:nvPicPr>
          <p:cNvPr id="3" name="Image 1" descr="/home/claude/bottl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005840"/>
            <a:ext cx="1434905" cy="3108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06240" y="502920"/>
            <a:ext cx="731520" cy="731520"/>
          </a:xfrm>
          <a:prstGeom prst="ellipse">
            <a:avLst/>
          </a:prstGeom>
          <a:solidFill>
            <a:srgbClr val="120E0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4206240" y="502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2011680" y="14630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E8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lujo artesanal no se produce en masa.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2011680" y="2651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Nuestras partidas son limitadas y numeradas.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2011680" y="3383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directo en Maracay · Entrega en menos de 24 horas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 corporativas disponibles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2011680" y="4206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ELEGANCIA CON RAÍCES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691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Noble Cognac — Presentación Estratégica</dc:title>
  <dc:subject>PptxGenJS Presentation</dc:subject>
  <dc:creator>PptxGenJS</dc:creator>
  <cp:lastModifiedBy>PptxGenJS</cp:lastModifiedBy>
  <cp:revision>1</cp:revision>
  <dcterms:created xsi:type="dcterms:W3CDTF">2026-10-02T02:26:00Z</dcterms:created>
  <dcterms:modified xsi:type="dcterms:W3CDTF">2026-10-02T02:26:00Z</dcterms:modified>
</cp:coreProperties>
</file>